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640080"/>
            <a:ext cx="3291840" cy="5303520"/>
          </a:xfrm>
          <a:prstGeom prst="roundRect">
            <a:avLst>
              <a:gd name="adj" fmla="val 2222"/>
            </a:avLst>
          </a:prstGeom>
          <a:solidFill>
            <a:srgbClr val="13203A"/>
          </a:solidFill>
          <a:ln w="12700">
            <a:solidFill>
              <a:srgbClr val="132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960120"/>
            <a:ext cx="2743200" cy="1097280"/>
          </a:xfrm>
          <a:prstGeom prst="roundRect">
            <a:avLst>
              <a:gd name="adj" fmla="val 4167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Year Project Presentation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Blockchain-Based Academic Certificate Issuance and AI-Powered Forgery Detection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58368" y="3154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7E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" y="3675888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secure end-to-end platform for certificate issuance, blockchain-backed verification, PDF generation, and CNN-supported forgery detection.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58200" y="2331720"/>
            <a:ext cx="27432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58200" y="2331720"/>
            <a:ext cx="73152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22792" y="247802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22792" y="278892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18, Vite, Express 5, private ledger, PDF-Lib, Jimp, ConvNetJS, JWT authentication.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458200" y="3337560"/>
            <a:ext cx="27432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3337560"/>
            <a:ext cx="73152" cy="74980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22792" y="348386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Value Proposition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22792" y="379476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certificate issuance, immutable proof of origin, and automated screening of suspicious uploads.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58200" y="4343400"/>
            <a:ext cx="27432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4343400"/>
            <a:ext cx="73152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22792" y="448970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22792" y="480060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Abstract, existing system, drawbacks, proposed system, architecture, modules, requirements, conclusion, and references.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614476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final project review and demonstration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D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Abstract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summary and academic motivation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32588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addresses the problem of insecure and time-consuming certificate verification by combining digital issuance, immutable record keeping, and AI-supported document screening in one integrated platform.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2624328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14600"/>
            <a:ext cx="5321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Institutions issue certificates through a web portal and generate a verifiable PDF document for each student.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3282696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72968"/>
            <a:ext cx="5321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cryptographic fingerprint of each certificate is stored in a private blockchain ledger to provide traceability and integrity.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3941064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31336"/>
            <a:ext cx="5321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Verifiers can validate a certificate by ID or upload an image for CNN-based forgery analysis with structural anomaly checks.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4599432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89704"/>
            <a:ext cx="5321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reduces manual effort, speeds up verification, and improves trust among institutions, students, and recruiters.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1389888"/>
            <a:ext cx="49834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1389888"/>
            <a:ext cx="73152" cy="452628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1536192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Deliverables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48272" y="1847088"/>
            <a:ext cx="4727448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Admin and student dashboards.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JWT-authenticated backend API.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PDF certificate generation.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Private blockchain ledger with chained hashes.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CNN-backed forgery detection pipeline.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Verification logs and audit trail.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Existing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Conventional certificate issuance and verification workflow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LANDSCAPE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508760"/>
            <a:ext cx="5321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certificates are commonly issued as printed documents or static PDF files maintained by examination cells.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227685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167128"/>
            <a:ext cx="5321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usually depends on manual email, phone, or office-based confirmation from institutional staff.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293522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25496"/>
            <a:ext cx="5321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records, issued files, and verification history are often stored in separate spreadsheets or disconnected systems.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359359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483864"/>
            <a:ext cx="5321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verifiers rarely receive machine-verifiable proof that a certificate has not been altered after issuance.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4251960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142232"/>
            <a:ext cx="5321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Forgery detection is mostly visual and human-dependent, with no automated screening mechanism.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20840" y="1417320"/>
            <a:ext cx="4572000" cy="4480560"/>
          </a:xfrm>
          <a:prstGeom prst="roundRect">
            <a:avLst>
              <a:gd name="adj" fmla="val 1224"/>
            </a:avLst>
          </a:prstGeom>
          <a:solidFill>
            <a:srgbClr val="EAF1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85432" y="1563624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Legacy Flow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1828800"/>
            <a:ext cx="41148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828800"/>
            <a:ext cx="73152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14032" y="197510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1: Certificate Creation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14032" y="228600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Certificate is prepared in office software and printed or exported as a PDF.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49440" y="2788920"/>
            <a:ext cx="41148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0" y="2788920"/>
            <a:ext cx="73152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14032" y="293522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2: Student Sharing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14032" y="324612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shares scanned copy or PDF with employers, universities, or agencies.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949440" y="3749040"/>
            <a:ext cx="41148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0" y="3749040"/>
            <a:ext cx="73152" cy="82296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14032" y="38953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3: Manual Verification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14032" y="420624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Verifier contacts the institution and waits for human confirmation.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949440" y="4709160"/>
            <a:ext cx="41148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0" y="4709160"/>
            <a:ext cx="73152" cy="82296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14032" y="48554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4: Trust Gap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14032" y="516636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edit to name, grade, or signature is difficult to prove unless the original office record is available.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Drawbacks of the Existing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Operational, security, and trust limitations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417320"/>
            <a:ext cx="3611880" cy="932688"/>
          </a:xfrm>
          <a:prstGeom prst="roundRect">
            <a:avLst>
              <a:gd name="adj" fmla="val 5882"/>
            </a:avLst>
          </a:prstGeom>
          <a:solidFill>
            <a:srgbClr val="FEF3F2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17320"/>
            <a:ext cx="73152" cy="93268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563624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and Slow Verification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874520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requests depend on staff availability, official working hours, and email response cycles.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62272" y="1417320"/>
            <a:ext cx="3611880" cy="932688"/>
          </a:xfrm>
          <a:prstGeom prst="roundRect">
            <a:avLst>
              <a:gd name="adj" fmla="val 5882"/>
            </a:avLst>
          </a:prstGeom>
          <a:solidFill>
            <a:srgbClr val="FEF3F2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62272" y="1417320"/>
            <a:ext cx="73152" cy="93268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563624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Document Manipulation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26864" y="1874520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Names, grades, seals, and signatures can be edited in image editors without an embedded authenticity check.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75320" y="1417320"/>
            <a:ext cx="3246120" cy="932688"/>
          </a:xfrm>
          <a:prstGeom prst="roundRect">
            <a:avLst>
              <a:gd name="adj" fmla="val 5882"/>
            </a:avLst>
          </a:prstGeom>
          <a:solidFill>
            <a:srgbClr val="FEF3F2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1417320"/>
            <a:ext cx="73152" cy="93268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9912" y="1563624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Immutable Record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39912" y="187452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systems do not maintain a tamper-evident chain for issued certificate fingerprints.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9808" y="2944368"/>
            <a:ext cx="91440" cy="9144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834640"/>
            <a:ext cx="6419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Lack of centralized audit logs makes it difficult to review who issued or verified a certificate.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9808" y="3602736"/>
            <a:ext cx="91440" cy="9144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493008"/>
            <a:ext cx="6419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spreadsheets and offline files increase the risk of duplication and inconsistent records.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9808" y="4261104"/>
            <a:ext cx="91440" cy="9144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151376"/>
            <a:ext cx="6419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Recruiters and external agencies cannot perform independent real-time verification.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49808" y="4919472"/>
            <a:ext cx="91440" cy="9144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809744"/>
            <a:ext cx="6419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checking does not scale well when institutions issue certificates in large volumes.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49808" y="5577840"/>
            <a:ext cx="91440" cy="9144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5468112"/>
            <a:ext cx="6419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in digital copies remains low because authenticity depends on trust rather than cryptographic evidence.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818120" y="2743200"/>
            <a:ext cx="3611880" cy="2423160"/>
          </a:xfrm>
          <a:prstGeom prst="roundRect">
            <a:avLst>
              <a:gd name="adj" fmla="val 2264"/>
            </a:avLst>
          </a:prstGeom>
          <a:solidFill>
            <a:srgbClr val="FFF7E1"/>
          </a:solidFill>
          <a:ln w="1524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82712" y="2889504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on Stakeholders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28432" y="3355848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93024" y="324612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Institutions spend time on repetitive validation tasks.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028432" y="3959352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93024" y="3849624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face delays while proving their credentials.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028432" y="4562856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93024" y="4453128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Employers risk accepting forged or altered certificates.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issuance, verification, and forgery screening platform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SOLUTION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554480"/>
            <a:ext cx="91440" cy="914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44752"/>
            <a:ext cx="6236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a role-based web portal for administrators and students using a unified full-stack architecture.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2194560"/>
            <a:ext cx="91440" cy="914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084832"/>
            <a:ext cx="6236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 certificate PDF and compute a cryptographic document hash at the time of issuance.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2834640"/>
            <a:ext cx="91440" cy="914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724912"/>
            <a:ext cx="6236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the hash in a private append-only blockchain ledger to preserve integrity and traceability.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3474720"/>
            <a:ext cx="91440" cy="914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64992"/>
            <a:ext cx="6236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 verifiers to validate a certificate instantly using the certificate ID and the corresponding ledger record.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4114800"/>
            <a:ext cx="91440" cy="914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005072"/>
            <a:ext cx="6236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 uploaded certificate images with a CNN-assisted forgery detector enhanced by crop and edit-region heuristics.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" y="4754880"/>
            <a:ext cx="91440" cy="914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645152"/>
            <a:ext cx="6236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 verification logs to support auditability, reporting, and institutional accountability.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98080" y="1417320"/>
            <a:ext cx="3977640" cy="4526280"/>
          </a:xfrm>
          <a:prstGeom prst="roundRect">
            <a:avLst>
              <a:gd name="adj" fmla="val 1379"/>
            </a:avLst>
          </a:prstGeom>
          <a:solidFill>
            <a:srgbClr val="E8FBF8"/>
          </a:solidFill>
          <a:ln w="15240">
            <a:solidFill>
              <a:srgbClr val="0F9D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2672" y="1563624"/>
            <a:ext cx="3648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Workflow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54112" y="182880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54112" y="1920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47888" y="1856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creates student and certificate data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54112" y="26243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54112" y="27157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47888" y="265176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generates PDF and document fingerprint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754112" y="341985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54112" y="35112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47888" y="344728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ledger stores the certificate block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754112" y="421538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4112" y="430682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47888" y="424281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accesses and shares certificate ID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754112" y="501091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54112" y="510235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47888" y="503834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Verifier checks by ID or uploads an image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Advantages of the Proposed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new model is stronger than the conventional process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60020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EAF1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600200"/>
            <a:ext cx="73152" cy="1600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74650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verification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057400"/>
            <a:ext cx="321868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Certificate status can be checked instantly without waiting for manual institutional confirmation.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71416" y="160020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FFF7E1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71416" y="1600200"/>
            <a:ext cx="73152" cy="1600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174650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Tamper evidence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36008" y="2057400"/>
            <a:ext cx="321868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mismatch between the stored fingerprint and the presented document can be detected during validation.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84464" y="160020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E8FBF8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84464" y="1600200"/>
            <a:ext cx="73152" cy="16002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49056" y="174650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assistance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49056" y="2057400"/>
            <a:ext cx="321868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CNN-based detector screens uploaded images for suspicious cropping, editing, and layout anomalies.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" y="361188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EAF1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611880"/>
            <a:ext cx="73152" cy="1600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75818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Auditability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4069080"/>
            <a:ext cx="321868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logs and issuance records provide a transparent history for institutional review.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71416" y="361188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FFF7E1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71416" y="3611880"/>
            <a:ext cx="73152" cy="1600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36008" y="375818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trust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36008" y="4069080"/>
            <a:ext cx="321868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Students, recruiters, and external agencies can rely on a verifiable digital record rather than visual inspection alone.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84464" y="361188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E8FBF8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84464" y="3611880"/>
            <a:ext cx="73152" cy="16002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49056" y="375818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Scalable deployment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49056" y="4069080"/>
            <a:ext cx="321868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runs on a standard Node.js stack and can be extended with real databases or cloud infrastructure.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 Diagram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 view of the implemented end-to-end platform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691640"/>
            <a:ext cx="73152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837944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" y="2148840"/>
            <a:ext cx="1709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verifier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88920" y="1691640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1691640"/>
            <a:ext cx="73152" cy="10515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53512" y="1837944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Frontend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53512" y="2148840"/>
            <a:ext cx="18013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Login, dashboards,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issuance forms, verification UI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66360" y="15087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1508760"/>
            <a:ext cx="73152" cy="14173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0952" y="1655064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Backend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30952" y="1965960"/>
            <a:ext cx="207568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Routing, JWT auth, validation,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logic and service orchestration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487168" y="2212848"/>
            <a:ext cx="27432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873752" y="2212848"/>
            <a:ext cx="256032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01000" y="91440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0" y="914400"/>
            <a:ext cx="73152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65592" y="106070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Data Store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65592" y="1371600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Users, certificates,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logs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98080" y="2212848"/>
            <a:ext cx="411480" cy="-886968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001000" y="205740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01000" y="2057400"/>
            <a:ext cx="73152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65592" y="220370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Blockchain Ledger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65592" y="2514600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Hash-chained blocks,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fingerprints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98080" y="2212848"/>
            <a:ext cx="411480" cy="256032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001000" y="320040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01000" y="3200400"/>
            <a:ext cx="73152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65592" y="334670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Generation &amp; Storage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165592" y="3657600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Certificate rendering,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downloadable PDF copies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498080" y="2212848"/>
            <a:ext cx="411480" cy="1399032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001000" y="434340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01000" y="4343400"/>
            <a:ext cx="73152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65592" y="448970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Forgery Detection Engine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165592" y="4800600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classifier,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heuristics and risk scoring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498080" y="2212848"/>
            <a:ext cx="411480" cy="2542032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658368" y="5577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Certificate issuance writes to the data store, PDF storage, and private ledger. Verification requests consult the ledger and AI engine before returning the final authenticity result.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Modules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decomposition of the implemented solution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DESIGN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417320"/>
            <a:ext cx="51663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17320"/>
            <a:ext cx="73152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563624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Presentation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874520"/>
            <a:ext cx="4910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Login, admin dashboard, student dashboard, certificate views, and upload-based verification screens.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73368" y="1417320"/>
            <a:ext cx="51663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73368" y="1417320"/>
            <a:ext cx="73152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563624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02. Authentication and API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1874520"/>
            <a:ext cx="4910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JWT-based access control, request validation, role handling, and REST endpoints.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2926080"/>
            <a:ext cx="51663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2926080"/>
            <a:ext cx="73152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072384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03. Certificate Management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383280"/>
            <a:ext cx="4910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registration, certificate issuance, metadata storage, and verification count updates.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73368" y="2926080"/>
            <a:ext cx="51663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3368" y="2926080"/>
            <a:ext cx="73152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3072384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04. PDF Document Generator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3383280"/>
            <a:ext cx="4910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downloadable certificate files with institutional details and verification metadata.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" y="4434840"/>
            <a:ext cx="51663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434840"/>
            <a:ext cx="73152" cy="11430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581144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 Private Blockchain Ledger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4892040"/>
            <a:ext cx="4910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immutable certificate fingerprints in chained blocks with transaction identifiers.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73368" y="4434840"/>
            <a:ext cx="51663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73368" y="4434840"/>
            <a:ext cx="73152" cy="11430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4581144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06. AI Verification and Audit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37960" y="4892040"/>
            <a:ext cx="4910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CNN-supported forgery detection and stores verification logs for accountability.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Explanation of Proposed Modules - Part 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interaction, API services, and issuance workflow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DETAILS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417320"/>
            <a:ext cx="10972800" cy="1143000"/>
          </a:xfrm>
          <a:prstGeom prst="roundRect">
            <a:avLst>
              <a:gd name="adj" fmla="val 4800"/>
            </a:avLst>
          </a:prstGeom>
          <a:solidFill>
            <a:srgbClr val="EAF1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17320"/>
            <a:ext cx="73152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563624"/>
            <a:ext cx="1071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874520"/>
            <a:ext cx="107167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with React and Vite. It provides login, role-based navigation, student management, certificate issuance forms, certificate history views, and verification screens. This module ensures a clean user experience for administrators, students, and verifiers.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2743200"/>
            <a:ext cx="10972800" cy="1143000"/>
          </a:xfrm>
          <a:prstGeom prst="roundRect">
            <a:avLst>
              <a:gd name="adj" fmla="val 4800"/>
            </a:avLst>
          </a:prstGeom>
          <a:solidFill>
            <a:srgbClr val="FFF7E1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2743200"/>
            <a:ext cx="73152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889504"/>
            <a:ext cx="1071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and API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200400"/>
            <a:ext cx="107167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with Express, JWT, and validation utilities. It protects admin-only routes, manages sessions, validates requests, and exposes REST endpoints for students, certificates, verification, and system health.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4069080"/>
            <a:ext cx="10972800" cy="1417320"/>
          </a:xfrm>
          <a:prstGeom prst="roundRect">
            <a:avLst>
              <a:gd name="adj" fmla="val 3871"/>
            </a:avLst>
          </a:prstGeom>
          <a:solidFill>
            <a:srgbClr val="E8FBF8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069080"/>
            <a:ext cx="73152" cy="14173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215384"/>
            <a:ext cx="1071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Certificate Management and PDF Generation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526280"/>
            <a:ext cx="1071676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module issues certificate IDs, binds the certificate to a registered student, computes the document fingerprint, and generates a polished PDF with academic metadata, block number, and verification hash. It supports traceable digital issuance instead of isolated document files.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Explanation of Proposed Modules - Part II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Ledger, AI analysis, and verification workflow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DETAILS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417320"/>
            <a:ext cx="10972800" cy="1234440"/>
          </a:xfrm>
          <a:prstGeom prst="roundRect">
            <a:avLst>
              <a:gd name="adj" fmla="val 4444"/>
            </a:avLst>
          </a:prstGeom>
          <a:solidFill>
            <a:srgbClr val="FFF7E1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17320"/>
            <a:ext cx="73152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563624"/>
            <a:ext cx="1071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Blockchain Ledger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874520"/>
            <a:ext cx="107167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permissioned append-only ledger stores the certificate payload hash, previous block hash, transaction ID, and block hash. This creates an immutable chain of issued credentials and enables integrity checking during verification.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2834640"/>
            <a:ext cx="10972800" cy="1417320"/>
          </a:xfrm>
          <a:prstGeom prst="roundRect">
            <a:avLst>
              <a:gd name="adj" fmla="val 3871"/>
            </a:avLst>
          </a:prstGeom>
          <a:solidFill>
            <a:srgbClr val="E8FBF8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2834640"/>
            <a:ext cx="73152" cy="14173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980944"/>
            <a:ext cx="1071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Forgery Detection Engine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291840"/>
            <a:ext cx="1071676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layer uses a lightweight binary CNN classifier implemented in ConvNetJS. It is trained on synthetic authentic and forged certificate-like samples. The detector is strengthened with border checks, crop detection, row anomaly analysis, tile outlier scoring, and edit-band scoring for suspicious text replacement.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4480560"/>
            <a:ext cx="10972800" cy="1005840"/>
          </a:xfrm>
          <a:prstGeom prst="roundRect">
            <a:avLst>
              <a:gd name="adj" fmla="val 5455"/>
            </a:avLst>
          </a:prstGeom>
          <a:solidFill>
            <a:srgbClr val="EAF1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480560"/>
            <a:ext cx="73152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626864"/>
            <a:ext cx="1071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and Audit Logging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937760"/>
            <a:ext cx="10716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by certificate ID checks the stored ledger record, while image upload verification checks the AI engine. Every verification event is logged with timestamp, mode, confidence, and result for auditability.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Hardware and Software Requirements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environment for development and demonstration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417320"/>
            <a:ext cx="5303520" cy="4526280"/>
          </a:xfrm>
          <a:prstGeom prst="roundRect">
            <a:avLst>
              <a:gd name="adj" fmla="val 1212"/>
            </a:avLst>
          </a:prstGeom>
          <a:solidFill>
            <a:srgbClr val="EAF1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563624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 Requirements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1984248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1874520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Processor: Intel Core i5 / AMD Ryzen 5 or above recommended; dual-core minimum for basic execution.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868680" y="264261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2532888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Memory: 8 GB RAM recommended; 4 GB minimum for classroom demonstration.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868680" y="330098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191256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Storage: Minimum 10 GB free disk space for project files, generated PDFs, models, and dependencies.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868680" y="395935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3849624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Display: 1366 x 768 resolution or higher for comfortable dashboard usage and presentation display.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868680" y="4617720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50799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Network: Internet access recommended for package installation and future deployment extensions.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6236208" y="1417320"/>
            <a:ext cx="5303520" cy="4526280"/>
          </a:xfrm>
          <a:prstGeom prst="roundRect">
            <a:avLst>
              <a:gd name="adj" fmla="val 1212"/>
            </a:avLst>
          </a:prstGeom>
          <a:solidFill>
            <a:srgbClr val="FFF7E1"/>
          </a:solidFill>
          <a:ln w="1524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563624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Requirements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46520" y="1984248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11112" y="1874520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System: Windows 10/11, Linux, or macOS.</a:t>
            </a:r>
            <a:endParaRPr lang="en-US" sz="1240" dirty="0"/>
          </a:p>
        </p:txBody>
      </p:sp>
      <p:sp>
        <p:nvSpPr>
          <p:cNvPr id="26" name="Shape 24"/>
          <p:cNvSpPr/>
          <p:nvPr/>
        </p:nvSpPr>
        <p:spPr>
          <a:xfrm>
            <a:off x="6446520" y="2642616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11112" y="2532888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Runtime: Node.js 20+ recommended; npm package manager.</a:t>
            </a:r>
            <a:endParaRPr lang="en-US" sz="1240" dirty="0"/>
          </a:p>
        </p:txBody>
      </p:sp>
      <p:sp>
        <p:nvSpPr>
          <p:cNvPr id="28" name="Shape 26"/>
          <p:cNvSpPr/>
          <p:nvPr/>
        </p:nvSpPr>
        <p:spPr>
          <a:xfrm>
            <a:off x="6446520" y="3300984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11112" y="3191256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Stack: React 18, Vite 5, React Router, Axios.</a:t>
            </a:r>
            <a:endParaRPr lang="en-US" sz="1240" dirty="0"/>
          </a:p>
        </p:txBody>
      </p:sp>
      <p:sp>
        <p:nvSpPr>
          <p:cNvPr id="30" name="Shape 28"/>
          <p:cNvSpPr/>
          <p:nvPr/>
        </p:nvSpPr>
        <p:spPr>
          <a:xfrm>
            <a:off x="6446520" y="3959352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3849624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Stack: Express 5, JWT, Multer, Zod, PDF-Lib, Jimp.</a:t>
            </a:r>
            <a:endParaRPr lang="en-US" sz="1240" dirty="0"/>
          </a:p>
        </p:txBody>
      </p:sp>
      <p:sp>
        <p:nvSpPr>
          <p:cNvPr id="32" name="Shape 30"/>
          <p:cNvSpPr/>
          <p:nvPr/>
        </p:nvSpPr>
        <p:spPr>
          <a:xfrm>
            <a:off x="6446520" y="461772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11112" y="450799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Component: ConvNetJS-based CNN classifier with generated model file.</a:t>
            </a:r>
            <a:endParaRPr lang="en-US" sz="1240" dirty="0"/>
          </a:p>
        </p:txBody>
      </p:sp>
      <p:sp>
        <p:nvSpPr>
          <p:cNvPr id="34" name="Shape 32"/>
          <p:cNvSpPr/>
          <p:nvPr/>
        </p:nvSpPr>
        <p:spPr>
          <a:xfrm>
            <a:off x="6446520" y="5276088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11112" y="5166360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Tools: VS Code or equivalent IDE, modern browser such as Chrome or Edge.</a:t>
            </a:r>
            <a:endParaRPr lang="en-US" sz="12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outcome and academic significance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1417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proposed system successfully transforms certificate issuance from a manual trust-based process into a digital, traceable, and verifiable workflow.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9808" y="2258568"/>
            <a:ext cx="91440" cy="914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148840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private blockchain ledger provides tamper-evident storage for certificate fingerprints and improves trust in issued records.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749808" y="2953512"/>
            <a:ext cx="91440" cy="914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843784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layer adds practical value by screening uploaded certificates for suspicious edits, cropping, and structural inconsistencies.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49808" y="3648456"/>
            <a:ext cx="91440" cy="914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538728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integrates administration, student access, PDF generation, verification, and audit logging in one deployable project.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749808" y="4343400"/>
            <a:ext cx="91440" cy="914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33672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 is suitable for final-year academic demonstration and can be extended with a real dataset, cloud database, or enterprise deployment in future work.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7818120" y="2011680"/>
            <a:ext cx="3657600" cy="2926080"/>
          </a:xfrm>
          <a:prstGeom prst="roundRect">
            <a:avLst>
              <a:gd name="adj" fmla="val 1875"/>
            </a:avLst>
          </a:prstGeom>
          <a:solidFill>
            <a:srgbClr val="E8FBF8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18120" y="2011680"/>
            <a:ext cx="73152" cy="292608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82712" y="215798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Takeaway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982712" y="2468880"/>
            <a:ext cx="340156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certificate becomes more trustworthy when issuance, storage, verification, and forgery screening are designed as one integrated pipeline rather than separate tasks.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Standards, frameworks, libraries, and project sources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555480" y="384048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FF7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6064" y="4663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382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9808" y="1618488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08760"/>
            <a:ext cx="10625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Documentation. React Team. https://react.dev/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749808" y="222199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112264"/>
            <a:ext cx="10625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Express.js Documentation. OpenJS Foundation. https://expressjs.com/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49808" y="282549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715768"/>
            <a:ext cx="10625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Karpathy, A. ConvNetJS: Deep Learning in JavaScript. https://cs.stanford.edu/people/karpathy/convnetjs/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749808" y="3429000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319272"/>
            <a:ext cx="10625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Jones, M., Bradley, J., and Sakimura, N. JSON Web Token (JWT), RFC 7519, IETF, 2015.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749808" y="403250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922776"/>
            <a:ext cx="10625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PDF-Lib Documentation. https://pdf-lib.js.org/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749808" y="4636008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526280"/>
            <a:ext cx="10625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Jimp Documentation. https://jimp-dev.github.io/jimp/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9808" y="523951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129784"/>
            <a:ext cx="10625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PptxGenJS Documentation. Brent Ely. https://gitbrent.github.io/PptxGenJS/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749808" y="584301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733288"/>
            <a:ext cx="10625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Certificate Verification Portal, project source code and generated technical artifacts, 2026.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Academic Certificate Verification Portal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Blockchain-Based Academic Certificate Issuance and AI-Powered Forgery Detection</dc:title>
  <dc:subject>Final year project presentation</dc:subject>
  <dc:creator>OpenAI Codex</dc:creator>
  <cp:lastModifiedBy>OpenAI Codex</cp:lastModifiedBy>
  <cp:revision>1</cp:revision>
  <dcterms:created xsi:type="dcterms:W3CDTF">2026-04-12T16:53:53Z</dcterms:created>
  <dcterms:modified xsi:type="dcterms:W3CDTF">2026-04-12T16:53:53Z</dcterms:modified>
</cp:coreProperties>
</file>